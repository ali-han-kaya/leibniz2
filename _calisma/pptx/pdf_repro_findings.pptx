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/ finding — The shipped PDF is behind its source. The current TeX source and the shipped PDF are not the same reproducible build: a source change can pass review while the delivered PDF still represents an earlier artifact. SOURCE ≠ SHIPPED.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 / experiment — Evidence: three epochs, three outputs. The same input PDF was stripped repeatedly under the recorded experiment: b090ac01… · 429984da… · 509a47a6…. Same raw input → distinct metadata-stripped hashes.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 / diagnosis — The frozen record says NON-DETERMINISTIC. raw SHA-256 533f00297183ac72…. The metadata-stripped representation cannot be freely regenerated byte-for-byte, so byte identity must never be inferred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 / boundary — What is safe to trust. AUDIT EVIDENCE: raw PDF SHA-256 + committed sidecar + frozen experiment record. REBUILD RISK: do not infer byte identity from metadata removal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 / action — Recommended delivery gate. Rebuild from the current TeX with an explicit SOURCE_DATE_EPOCH: 1) build the package PDF · 2) hash the rebuilt bytes · 3) compare against the pinned sidecar · 4) block delivery on drift · 5) regenerate the record only after review. DRIFT → BLOCK: source and artifact rejoin the same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90" b="1" spc="50" kern="0" dirty="0">
                <a:solidFill>
                  <a:srgbClr val="FF7B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/ FINDING</a:t>
            </a:r>
            <a:endParaRPr lang="en-US" sz="990" dirty="0"/>
          </a:p>
        </p:txBody>
      </p:sp>
      <p:sp>
        <p:nvSpPr>
          <p:cNvPr id="4" name="Text 2"/>
          <p:cNvSpPr/>
          <p:nvPr/>
        </p:nvSpPr>
        <p:spPr>
          <a:xfrm>
            <a:off x="514350" y="628650"/>
            <a:ext cx="8115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9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shipped PDF is behind its source</a:t>
            </a:r>
            <a:endParaRPr lang="en-US" sz="2390" dirty="0"/>
          </a:p>
        </p:txBody>
      </p:sp>
      <p:sp>
        <p:nvSpPr>
          <p:cNvPr id="5" name="Shape 3"/>
          <p:cNvSpPr/>
          <p:nvPr/>
        </p:nvSpPr>
        <p:spPr>
          <a:xfrm>
            <a:off x="514350" y="1171575"/>
            <a:ext cx="8115300" cy="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10" b="1" spc="41" kern="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LEIBNIZ2  /  PDF REPRODUCIBILITY FINDINGS</a:t>
            </a:r>
            <a:endParaRPr lang="en-US" sz="810" dirty="0"/>
          </a:p>
        </p:txBody>
      </p:sp>
      <p:sp>
        <p:nvSpPr>
          <p:cNvPr id="7" name="Text 5"/>
          <p:cNvSpPr/>
          <p:nvPr/>
        </p:nvSpPr>
        <p:spPr>
          <a:xfrm>
            <a:off x="628650" y="165735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3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Current TeX source and shipped PDF are not the same reproducible build.</a:t>
            </a:r>
            <a:endParaRPr lang="en-US" sz="1530" dirty="0"/>
          </a:p>
        </p:txBody>
      </p:sp>
      <p:sp>
        <p:nvSpPr>
          <p:cNvPr id="8" name="Text 6"/>
          <p:cNvSpPr/>
          <p:nvPr/>
        </p:nvSpPr>
        <p:spPr>
          <a:xfrm>
            <a:off x="628650" y="245745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spc="54" kern="0" dirty="0">
                <a:solidFill>
                  <a:srgbClr val="FF7B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FINDING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28650" y="2714625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source change can pass review while the delivered PDF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continues to represent an earlier artifact.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86450" y="1714500"/>
            <a:ext cx="2286000" cy="1280160"/>
          </a:xfrm>
          <a:prstGeom prst="roundRect">
            <a:avLst>
              <a:gd name="adj" fmla="val 2679"/>
            </a:avLst>
          </a:prstGeom>
          <a:solidFill>
            <a:srgbClr val="161B22"/>
          </a:solidFill>
          <a:ln w="19050">
            <a:solidFill>
              <a:srgbClr val="FF7B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86450" y="17602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39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</a:t>
            </a:r>
            <a:endParaRPr lang="en-US" sz="239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239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≠</a:t>
            </a:r>
            <a:endParaRPr lang="en-US" sz="239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239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SHIPPED</a:t>
            </a:r>
            <a:endParaRPr lang="en-US" sz="23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90" b="1" spc="50" kern="0" dirty="0">
                <a:solidFill>
                  <a:srgbClr val="FF7B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/ EXPERIMENT</a:t>
            </a:r>
            <a:endParaRPr lang="en-US" sz="990" dirty="0"/>
          </a:p>
        </p:txBody>
      </p:sp>
      <p:sp>
        <p:nvSpPr>
          <p:cNvPr id="4" name="Text 2"/>
          <p:cNvSpPr/>
          <p:nvPr/>
        </p:nvSpPr>
        <p:spPr>
          <a:xfrm>
            <a:off x="514350" y="628650"/>
            <a:ext cx="8115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9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Evidence: three epochs, three outputs</a:t>
            </a:r>
            <a:endParaRPr lang="en-US" sz="2390" dirty="0"/>
          </a:p>
        </p:txBody>
      </p:sp>
      <p:sp>
        <p:nvSpPr>
          <p:cNvPr id="5" name="Shape 3"/>
          <p:cNvSpPr/>
          <p:nvPr/>
        </p:nvSpPr>
        <p:spPr>
          <a:xfrm>
            <a:off x="514350" y="1171575"/>
            <a:ext cx="8115300" cy="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10" b="1" spc="41" kern="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LEIBNIZ2  /  PDF REPRODUCIBILITY FINDINGS</a:t>
            </a:r>
            <a:endParaRPr lang="en-US" sz="810" dirty="0"/>
          </a:p>
        </p:txBody>
      </p:sp>
      <p:sp>
        <p:nvSpPr>
          <p:cNvPr id="7" name="Text 5"/>
          <p:cNvSpPr/>
          <p:nvPr/>
        </p:nvSpPr>
        <p:spPr>
          <a:xfrm>
            <a:off x="628650" y="1543050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same input PDF was stripped repeatedly under the recorded experiment.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8650" y="2228850"/>
            <a:ext cx="7543800" cy="468630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250" y="2356866"/>
            <a:ext cx="4526280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Epoch / run 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05806" y="2356866"/>
            <a:ext cx="2640330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D2992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b090ac01…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8650" y="2825496"/>
            <a:ext cx="7543800" cy="468630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7250" y="2953512"/>
            <a:ext cx="4526280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Epoch / run 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305806" y="2953512"/>
            <a:ext cx="2640330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D2992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429984da…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8650" y="3422142"/>
            <a:ext cx="7543800" cy="468630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250" y="3550158"/>
            <a:ext cx="4526280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Epoch / run 3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305806" y="3550158"/>
            <a:ext cx="2640330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D2992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509a47a6…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8650" y="4257675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7B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 raw input  →  distinct metadata-stripped hashes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90" b="1" spc="50" kern="0" dirty="0">
                <a:solidFill>
                  <a:srgbClr val="FF7B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/ DIAGNOSIS</a:t>
            </a:r>
            <a:endParaRPr lang="en-US" sz="990" dirty="0"/>
          </a:p>
        </p:txBody>
      </p:sp>
      <p:sp>
        <p:nvSpPr>
          <p:cNvPr id="4" name="Text 2"/>
          <p:cNvSpPr/>
          <p:nvPr/>
        </p:nvSpPr>
        <p:spPr>
          <a:xfrm>
            <a:off x="514350" y="628650"/>
            <a:ext cx="8115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9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frozen record says NON-DETERMINISTIC</a:t>
            </a:r>
            <a:endParaRPr lang="en-US" sz="2390" dirty="0"/>
          </a:p>
        </p:txBody>
      </p:sp>
      <p:sp>
        <p:nvSpPr>
          <p:cNvPr id="5" name="Shape 3"/>
          <p:cNvSpPr/>
          <p:nvPr/>
        </p:nvSpPr>
        <p:spPr>
          <a:xfrm>
            <a:off x="514350" y="1171575"/>
            <a:ext cx="8115300" cy="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10" b="1" spc="41" kern="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LEIBNIZ2  /  PDF REPRODUCIBILITY FINDINGS</a:t>
            </a:r>
            <a:endParaRPr lang="en-US" sz="810" dirty="0"/>
          </a:p>
        </p:txBody>
      </p:sp>
      <p:sp>
        <p:nvSpPr>
          <p:cNvPr id="7" name="Text 5"/>
          <p:cNvSpPr/>
          <p:nvPr/>
        </p:nvSpPr>
        <p:spPr>
          <a:xfrm>
            <a:off x="628650" y="165735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spc="54" kern="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RAW SHA-256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28650" y="1914525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533f00297183ac72…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8650" y="26289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spc="54" kern="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VERDICT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28650" y="2886075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90" b="1" dirty="0">
                <a:solidFill>
                  <a:srgbClr val="FF7B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NON-DETERMINISTIC</a:t>
            </a:r>
            <a:endParaRPr lang="en-US" sz="2390" dirty="0"/>
          </a:p>
        </p:txBody>
      </p:sp>
      <p:sp>
        <p:nvSpPr>
          <p:cNvPr id="11" name="Text 9"/>
          <p:cNvSpPr/>
          <p:nvPr/>
        </p:nvSpPr>
        <p:spPr>
          <a:xfrm>
            <a:off x="4857750" y="19431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metadata-stripped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representation cannot be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freely regenerated byte-for-byte.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90" b="1" spc="50" kern="0" dirty="0">
                <a:solidFill>
                  <a:srgbClr val="FF7B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/ BOUNDARY</a:t>
            </a:r>
            <a:endParaRPr lang="en-US" sz="990" dirty="0"/>
          </a:p>
        </p:txBody>
      </p:sp>
      <p:sp>
        <p:nvSpPr>
          <p:cNvPr id="4" name="Text 2"/>
          <p:cNvSpPr/>
          <p:nvPr/>
        </p:nvSpPr>
        <p:spPr>
          <a:xfrm>
            <a:off x="514350" y="628650"/>
            <a:ext cx="8115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9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is safe to trust</a:t>
            </a:r>
            <a:endParaRPr lang="en-US" sz="2390" dirty="0"/>
          </a:p>
        </p:txBody>
      </p:sp>
      <p:sp>
        <p:nvSpPr>
          <p:cNvPr id="5" name="Shape 3"/>
          <p:cNvSpPr/>
          <p:nvPr/>
        </p:nvSpPr>
        <p:spPr>
          <a:xfrm>
            <a:off x="514350" y="1171575"/>
            <a:ext cx="8115300" cy="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10" b="1" spc="41" kern="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LEIBNIZ2  /  PDF REPRODUCIBILITY FINDINGS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628650" y="1657350"/>
            <a:ext cx="3371850" cy="1885950"/>
          </a:xfrm>
          <a:prstGeom prst="roundRect">
            <a:avLst>
              <a:gd name="adj" fmla="val 3636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2114" y="1913382"/>
            <a:ext cx="28049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spc="54" kern="0" dirty="0">
                <a:solidFill>
                  <a:srgbClr val="3FB9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AUDIT EVIDENCE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912114" y="2315718"/>
            <a:ext cx="2804922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Raw PDF SHA-256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committed sidecar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frozen experiment record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86300" y="1657350"/>
            <a:ext cx="3486150" cy="1885950"/>
          </a:xfrm>
          <a:prstGeom prst="roundRect">
            <a:avLst>
              <a:gd name="adj" fmla="val 3636"/>
            </a:avLst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9764" y="1913382"/>
            <a:ext cx="29192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spc="54" kern="0" dirty="0">
                <a:solidFill>
                  <a:srgbClr val="D299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REBUILD RISK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969764" y="2315718"/>
            <a:ext cx="2919222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 not infer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byte identity from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metadata removal alone.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90" b="1" spc="50" kern="0" dirty="0">
                <a:solidFill>
                  <a:srgbClr val="FF7B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/ ACTION</a:t>
            </a:r>
            <a:endParaRPr lang="en-US" sz="990" dirty="0"/>
          </a:p>
        </p:txBody>
      </p:sp>
      <p:sp>
        <p:nvSpPr>
          <p:cNvPr id="4" name="Text 2"/>
          <p:cNvSpPr/>
          <p:nvPr/>
        </p:nvSpPr>
        <p:spPr>
          <a:xfrm>
            <a:off x="514350" y="628650"/>
            <a:ext cx="8115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9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Recommended delivery gate</a:t>
            </a:r>
            <a:endParaRPr lang="en-US" sz="2390" dirty="0"/>
          </a:p>
        </p:txBody>
      </p:sp>
      <p:sp>
        <p:nvSpPr>
          <p:cNvPr id="5" name="Shape 3"/>
          <p:cNvSpPr/>
          <p:nvPr/>
        </p:nvSpPr>
        <p:spPr>
          <a:xfrm>
            <a:off x="514350" y="1171575"/>
            <a:ext cx="8115300" cy="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10" b="1" spc="41" kern="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LEIBNIZ2  /  PDF REPRODUCIBILITY FINDINGS</a:t>
            </a:r>
            <a:endParaRPr lang="en-US" sz="810" dirty="0"/>
          </a:p>
        </p:txBody>
      </p:sp>
      <p:sp>
        <p:nvSpPr>
          <p:cNvPr id="7" name="Text 5"/>
          <p:cNvSpPr/>
          <p:nvPr/>
        </p:nvSpPr>
        <p:spPr>
          <a:xfrm>
            <a:off x="628650" y="1685925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3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Rebuild from current TeX with an explicit SOURCE_DATE_EPOCH.</a:t>
            </a:r>
            <a:endParaRPr lang="en-US" sz="1530" dirty="0"/>
          </a:p>
        </p:txBody>
      </p:sp>
      <p:sp>
        <p:nvSpPr>
          <p:cNvPr id="8" name="Text 6"/>
          <p:cNvSpPr/>
          <p:nvPr/>
        </p:nvSpPr>
        <p:spPr>
          <a:xfrm>
            <a:off x="857250" y="24003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Build the package PDF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Hash the rebuilt bytes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Compare against the pinned sidecar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Block delivery on drift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Regenerate the record only after review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29250" y="268605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80" b="1" dirty="0">
                <a:solidFill>
                  <a:srgbClr val="FF7B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DRIFT</a:t>
            </a:r>
            <a:endParaRPr lang="en-US" sz="28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2880" b="1" dirty="0">
                <a:solidFill>
                  <a:srgbClr val="FF7B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BLOCK</a:t>
            </a:r>
            <a:endParaRPr lang="en-US" sz="2880" dirty="0"/>
          </a:p>
        </p:txBody>
      </p:sp>
      <p:sp>
        <p:nvSpPr>
          <p:cNvPr id="10" name="Text 8"/>
          <p:cNvSpPr/>
          <p:nvPr/>
        </p:nvSpPr>
        <p:spPr>
          <a:xfrm>
            <a:off x="5429250" y="35433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 / artifact</a:t>
            </a:r>
            <a:endParaRPr lang="en-US" sz="10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rejoin the same chain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leibniz2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leibniz2 — PDF Reproducibility Findings</dc:title>
  <dc:subject>PDF yeniden-üretilebilirlik bulguları: üç epoch, NON-DETERMINISTIC kayıt (native slaytlar)</dc:subject>
  <dc:creator>leibniz2 verification pipeline</dc:creator>
  <cp:lastModifiedBy>leibniz2 verification pipeline</cp:lastModifiedBy>
  <cp:revision>1</cp:revision>
  <dcterms:created xsi:type="dcterms:W3CDTF">2026-10-21T04:53:10Z</dcterms:created>
  <dcterms:modified xsi:type="dcterms:W3CDTF">2026-10-21T04:53:10Z</dcterms:modified>
</cp:coreProperties>
</file>