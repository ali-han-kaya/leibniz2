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/ framing — Three ways to deepen the chain. Keep the verification boundary stable and deepen the layers around it. Candidates: 01 queryable history · 02 controlled frontend boundary · 03 stronger delivery evidence. SAME AUTHORITY: JSONL + SHA-256 stay the audit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02 / candidate one — Make history analytical. BEFORE: verified JSONL → manual scans → limited trend views. AFTER: verified JSONL → rebuildable SQL projection → trends · flakiness · anomalies. Contract: projection failure is NOT gate failure — the JSONL record plus its SHA-256 sidecar remains the authority.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03 / candidate two — Put a clean boundary around the UI. BEFORE: browser → Python /api/*; the static shell and SSE work, but the contract is implicit. AFTER: browser → validated REST proxy → Python dashboard, with allowlisted routes · rate limits · structured errors · timeouts.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04 / candidate three — Turn drift into visible evidence. BEFORE: build PDF → sidecar → review discovers drift late. AFTER: SOURCE_DATE_EPOCH build → rebuild hash comparison → CI blocks source/PDF drift, and the before/after evidence lands in the run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05 / recommendation — Choose depth without moving the trust boundary. Order: 1) add the rebuild-and-compare gate, 2) add a read-only history projection, 3) add the external frontend proxy when needed. FILES → PROJECTION → PRODUCT. Each step stays reversible and independently verifiable.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90" b="1" spc="50" kern="0" dirty="0">
                <a:solidFill>
                  <a:srgbClr val="58A6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/ FRAMING</a:t>
            </a:r>
            <a:endParaRPr lang="en-US" sz="990" dirty="0"/>
          </a:p>
        </p:txBody>
      </p:sp>
      <p:sp>
        <p:nvSpPr>
          <p:cNvPr id="4" name="Text 2"/>
          <p:cNvSpPr/>
          <p:nvPr/>
        </p:nvSpPr>
        <p:spPr>
          <a:xfrm>
            <a:off x="514350" y="628650"/>
            <a:ext cx="8115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9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Three ways to deepen the chain</a:t>
            </a:r>
            <a:endParaRPr lang="en-US" sz="2390" dirty="0"/>
          </a:p>
        </p:txBody>
      </p:sp>
      <p:sp>
        <p:nvSpPr>
          <p:cNvPr id="5" name="Shape 3"/>
          <p:cNvSpPr/>
          <p:nvPr/>
        </p:nvSpPr>
        <p:spPr>
          <a:xfrm>
            <a:off x="514350" y="1171575"/>
            <a:ext cx="8115300" cy="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10" b="1" spc="41" kern="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LEIBNIZ2  /  ARCHITECTURE DEEPENING</a:t>
            </a:r>
            <a:endParaRPr lang="en-US" sz="810" dirty="0"/>
          </a:p>
        </p:txBody>
      </p:sp>
      <p:sp>
        <p:nvSpPr>
          <p:cNvPr id="7" name="Text 5"/>
          <p:cNvSpPr/>
          <p:nvPr/>
        </p:nvSpPr>
        <p:spPr>
          <a:xfrm>
            <a:off x="628650" y="165735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3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Keep the verification boundary stable.</a:t>
            </a:r>
            <a:endParaRPr lang="en-US" sz="153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53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Deepen the layers around it.</a:t>
            </a:r>
            <a:endParaRPr lang="en-US" sz="1530" dirty="0"/>
          </a:p>
        </p:txBody>
      </p:sp>
      <p:sp>
        <p:nvSpPr>
          <p:cNvPr id="8" name="Text 6"/>
          <p:cNvSpPr/>
          <p:nvPr/>
        </p:nvSpPr>
        <p:spPr>
          <a:xfrm>
            <a:off x="628650" y="2779776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 Queryable history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 Controlled frontend boundary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 Stronger delivery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86450" y="211455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80" b="1" dirty="0">
                <a:solidFill>
                  <a:srgbClr val="58A6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</a:t>
            </a:r>
            <a:endParaRPr lang="en-US" sz="28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2880" b="1" dirty="0">
                <a:solidFill>
                  <a:srgbClr val="58A6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AUTHORITY</a:t>
            </a:r>
            <a:endParaRPr lang="en-US" sz="2880" dirty="0"/>
          </a:p>
        </p:txBody>
      </p:sp>
      <p:sp>
        <p:nvSpPr>
          <p:cNvPr id="10" name="Text 8"/>
          <p:cNvSpPr/>
          <p:nvPr/>
        </p:nvSpPr>
        <p:spPr>
          <a:xfrm>
            <a:off x="5886450" y="314553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JSONL + SHA-256</a:t>
            </a:r>
            <a:endParaRPr lang="en-US" sz="10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remain the audit source</a:t>
            </a:r>
            <a:endParaRPr lang="en-US" sz="10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90" b="1" spc="50" kern="0" dirty="0">
                <a:solidFill>
                  <a:srgbClr val="BC8C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/ CANDIDATE ONE</a:t>
            </a:r>
            <a:endParaRPr lang="en-US" sz="990" dirty="0"/>
          </a:p>
        </p:txBody>
      </p:sp>
      <p:sp>
        <p:nvSpPr>
          <p:cNvPr id="4" name="Text 2"/>
          <p:cNvSpPr/>
          <p:nvPr/>
        </p:nvSpPr>
        <p:spPr>
          <a:xfrm>
            <a:off x="514350" y="628650"/>
            <a:ext cx="8115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9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 /  Make history analytical</a:t>
            </a:r>
            <a:endParaRPr lang="en-US" sz="2390" dirty="0"/>
          </a:p>
        </p:txBody>
      </p:sp>
      <p:sp>
        <p:nvSpPr>
          <p:cNvPr id="5" name="Shape 3"/>
          <p:cNvSpPr/>
          <p:nvPr/>
        </p:nvSpPr>
        <p:spPr>
          <a:xfrm>
            <a:off x="514350" y="1171575"/>
            <a:ext cx="8115300" cy="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10" b="1" spc="41" kern="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LEIBNIZ2  /  ARCHITECTURE DEEPENING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571500" y="1571625"/>
            <a:ext cx="3600450" cy="2428875"/>
          </a:xfrm>
          <a:prstGeom prst="roundRect">
            <a:avLst>
              <a:gd name="adj" fmla="val 28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72050" y="1571625"/>
            <a:ext cx="3600450" cy="2428875"/>
          </a:xfrm>
          <a:prstGeom prst="roundRect">
            <a:avLst>
              <a:gd name="adj" fmla="val 2824"/>
            </a:avLst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" y="1827657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spc="54" kern="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BEFORE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255514" y="1827657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spc="54" kern="0" dirty="0">
                <a:solidFill>
                  <a:srgbClr val="BC8C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AFTER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54964" y="2229993"/>
            <a:ext cx="3033522" cy="160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JSONL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manual scans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limited trend views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55514" y="2229993"/>
            <a:ext cx="3033522" cy="160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Verified JSONL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rebuildable SQL projection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trends · flakiness · anomalies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254246" y="2786063"/>
            <a:ext cx="402336" cy="0"/>
          </a:xfrm>
          <a:prstGeom prst="line">
            <a:avLst/>
          </a:prstGeom>
          <a:noFill/>
          <a:ln w="38100">
            <a:solidFill>
              <a:srgbClr val="BC8CFF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71500" y="4146804"/>
            <a:ext cx="80581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Projection failure ≠ gate failure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90" b="1" spc="50" kern="0" dirty="0">
                <a:solidFill>
                  <a:srgbClr val="58A6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/ CANDIDATE TWO</a:t>
            </a:r>
            <a:endParaRPr lang="en-US" sz="990" dirty="0"/>
          </a:p>
        </p:txBody>
      </p:sp>
      <p:sp>
        <p:nvSpPr>
          <p:cNvPr id="4" name="Text 2"/>
          <p:cNvSpPr/>
          <p:nvPr/>
        </p:nvSpPr>
        <p:spPr>
          <a:xfrm>
            <a:off x="514350" y="628650"/>
            <a:ext cx="8115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9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 /  Put a clean boundary around the UI</a:t>
            </a:r>
            <a:endParaRPr lang="en-US" sz="2390" dirty="0"/>
          </a:p>
        </p:txBody>
      </p:sp>
      <p:sp>
        <p:nvSpPr>
          <p:cNvPr id="5" name="Shape 3"/>
          <p:cNvSpPr/>
          <p:nvPr/>
        </p:nvSpPr>
        <p:spPr>
          <a:xfrm>
            <a:off x="514350" y="1171575"/>
            <a:ext cx="8115300" cy="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10" b="1" spc="41" kern="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LEIBNIZ2  /  ARCHITECTURE DEEPENING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571500" y="1571625"/>
            <a:ext cx="3600450" cy="2428875"/>
          </a:xfrm>
          <a:prstGeom prst="roundRect">
            <a:avLst>
              <a:gd name="adj" fmla="val 28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72050" y="1571625"/>
            <a:ext cx="3600450" cy="2428875"/>
          </a:xfrm>
          <a:prstGeom prst="roundRect">
            <a:avLst>
              <a:gd name="adj" fmla="val 2824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" y="1827657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spc="54" kern="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BEFORE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255514" y="1827657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spc="54" kern="0" dirty="0">
                <a:solidFill>
                  <a:srgbClr val="58A6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AFTER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54964" y="2229993"/>
            <a:ext cx="3033522" cy="160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Browser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Python /api/*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55514" y="2229993"/>
            <a:ext cx="3033522" cy="160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Browser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validated REST proxy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Python dashboard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54964" y="3287268"/>
            <a:ext cx="30335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Static shell + SSE works,</a:t>
            </a:r>
            <a:endParaRPr lang="en-US" sz="10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but contract is implicit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5255514" y="3287268"/>
            <a:ext cx="30335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Allowlisted routes · rate limits</a:t>
            </a:r>
            <a:endParaRPr lang="en-US" sz="10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structured errors · timeouts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254246" y="2786063"/>
            <a:ext cx="402336" cy="0"/>
          </a:xfrm>
          <a:prstGeom prst="line">
            <a:avLst/>
          </a:prstGeom>
          <a:noFill/>
          <a:ln w="38100">
            <a:solidFill>
              <a:srgbClr val="58A6FF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90" b="1" spc="50" kern="0" dirty="0">
                <a:solidFill>
                  <a:srgbClr val="D299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/ CANDIDATE THREE</a:t>
            </a:r>
            <a:endParaRPr lang="en-US" sz="990" dirty="0"/>
          </a:p>
        </p:txBody>
      </p:sp>
      <p:sp>
        <p:nvSpPr>
          <p:cNvPr id="4" name="Text 2"/>
          <p:cNvSpPr/>
          <p:nvPr/>
        </p:nvSpPr>
        <p:spPr>
          <a:xfrm>
            <a:off x="514350" y="628650"/>
            <a:ext cx="8115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9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 /  Turn drift into visible evidence</a:t>
            </a:r>
            <a:endParaRPr lang="en-US" sz="2390" dirty="0"/>
          </a:p>
        </p:txBody>
      </p:sp>
      <p:sp>
        <p:nvSpPr>
          <p:cNvPr id="5" name="Shape 3"/>
          <p:cNvSpPr/>
          <p:nvPr/>
        </p:nvSpPr>
        <p:spPr>
          <a:xfrm>
            <a:off x="514350" y="1171575"/>
            <a:ext cx="8115300" cy="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10" b="1" spc="41" kern="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LEIBNIZ2  /  ARCHITECTURE DEEPENING</a:t>
            </a:r>
            <a:endParaRPr lang="en-US" sz="810" dirty="0"/>
          </a:p>
        </p:txBody>
      </p:sp>
      <p:sp>
        <p:nvSpPr>
          <p:cNvPr id="7" name="Shape 5"/>
          <p:cNvSpPr/>
          <p:nvPr/>
        </p:nvSpPr>
        <p:spPr>
          <a:xfrm>
            <a:off x="571500" y="1571625"/>
            <a:ext cx="3600450" cy="2428875"/>
          </a:xfrm>
          <a:prstGeom prst="roundRect">
            <a:avLst>
              <a:gd name="adj" fmla="val 28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72050" y="1571625"/>
            <a:ext cx="3600450" cy="2428875"/>
          </a:xfrm>
          <a:prstGeom prst="roundRect">
            <a:avLst>
              <a:gd name="adj" fmla="val 2824"/>
            </a:avLst>
          </a:prstGeom>
          <a:solidFill>
            <a:srgbClr val="161B22"/>
          </a:solidFill>
          <a:ln w="19050">
            <a:solidFill>
              <a:srgbClr val="D299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" y="1827657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spc="54" kern="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BEFORE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5255514" y="1827657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spc="54" kern="0" dirty="0">
                <a:solidFill>
                  <a:srgbClr val="D299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AFTER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54964" y="2229993"/>
            <a:ext cx="3033522" cy="160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 PDF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sidecar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review discovers drift late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255514" y="2229993"/>
            <a:ext cx="3033522" cy="1605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SOURCE_DATE_EPOCH build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rebuild hash comparison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13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CI blocks source/PDF drift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255514" y="3287268"/>
            <a:ext cx="30335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Before/after evidence in summary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254246" y="2786063"/>
            <a:ext cx="402336" cy="0"/>
          </a:xfrm>
          <a:prstGeom prst="line">
            <a:avLst/>
          </a:prstGeom>
          <a:noFill/>
          <a:ln w="38100">
            <a:solidFill>
              <a:srgbClr val="D29922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4350" y="40005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90" b="1" spc="50" kern="0" dirty="0">
                <a:solidFill>
                  <a:srgbClr val="3FB9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/ RECOMMENDATION</a:t>
            </a:r>
            <a:endParaRPr lang="en-US" sz="990" dirty="0"/>
          </a:p>
        </p:txBody>
      </p:sp>
      <p:sp>
        <p:nvSpPr>
          <p:cNvPr id="4" name="Text 2"/>
          <p:cNvSpPr/>
          <p:nvPr/>
        </p:nvSpPr>
        <p:spPr>
          <a:xfrm>
            <a:off x="514350" y="628650"/>
            <a:ext cx="81153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390" b="1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Choose depth without moving the trust boundary</a:t>
            </a:r>
            <a:endParaRPr lang="en-US" sz="2390" dirty="0"/>
          </a:p>
        </p:txBody>
      </p:sp>
      <p:sp>
        <p:nvSpPr>
          <p:cNvPr id="5" name="Shape 3"/>
          <p:cNvSpPr/>
          <p:nvPr/>
        </p:nvSpPr>
        <p:spPr>
          <a:xfrm>
            <a:off x="514350" y="1171575"/>
            <a:ext cx="8115300" cy="0"/>
          </a:xfrm>
          <a:prstGeom prst="line">
            <a:avLst/>
          </a:prstGeom>
          <a:noFill/>
          <a:ln w="1587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435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10" b="1" spc="41" kern="0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LEIBNIZ2  /  ARCHITECTURE DEEPENING</a:t>
            </a:r>
            <a:endParaRPr lang="en-US" sz="810" dirty="0"/>
          </a:p>
        </p:txBody>
      </p:sp>
      <p:sp>
        <p:nvSpPr>
          <p:cNvPr id="7" name="Text 5"/>
          <p:cNvSpPr/>
          <p:nvPr/>
        </p:nvSpPr>
        <p:spPr>
          <a:xfrm>
            <a:off x="628650" y="165735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3FB9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Recommended order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00100" y="20574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Add the rebuild-and-compare gate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Add a read-only history projection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Add the external frontend proxy when needed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29250" y="222885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880" b="1" dirty="0">
                <a:solidFill>
                  <a:srgbClr val="3FB9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FILES</a:t>
            </a:r>
            <a:endParaRPr lang="en-US" sz="28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2880" b="1" dirty="0">
                <a:solidFill>
                  <a:srgbClr val="3FB9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8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2880" b="1" dirty="0">
                <a:solidFill>
                  <a:srgbClr val="3FB9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PROJECTION</a:t>
            </a:r>
            <a:endParaRPr lang="en-US" sz="28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2880" b="1" dirty="0">
                <a:solidFill>
                  <a:srgbClr val="3FB9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28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2880" b="1" dirty="0">
                <a:solidFill>
                  <a:srgbClr val="3FB95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PRODUCT</a:t>
            </a:r>
            <a:endParaRPr lang="en-US" sz="2880" dirty="0"/>
          </a:p>
        </p:txBody>
      </p:sp>
      <p:sp>
        <p:nvSpPr>
          <p:cNvPr id="10" name="Text 8"/>
          <p:cNvSpPr/>
          <p:nvPr/>
        </p:nvSpPr>
        <p:spPr>
          <a:xfrm>
            <a:off x="5429250" y="35204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Each step remains reversible</a:t>
            </a:r>
            <a:endParaRPr lang="en-US" sz="108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8B94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and independently verifiable.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leibniz2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leibniz2 — Architecture Deepening</dc:title>
  <dc:subject>Üç derinleştirme adayı: analitik geçmiş · temiz arayüz sınırı · drift kanıtı (native slaytlar)</dc:subject>
  <dc:creator>leibniz2 verification pipeline</dc:creator>
  <cp:lastModifiedBy>leibniz2 verification pipeline</cp:lastModifiedBy>
  <cp:revision>1</cp:revision>
  <dcterms:created xsi:type="dcterms:W3CDTF">2026-10-21T04:53:10Z</dcterms:created>
  <dcterms:modified xsi:type="dcterms:W3CDTF">2026-10-21T04:53:10Z</dcterms:modified>
</cp:coreProperties>
</file>